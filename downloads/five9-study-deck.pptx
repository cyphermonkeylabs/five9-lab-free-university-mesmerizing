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51435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Five9 Lab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Independent study floor. Confirm before relying. Nothing here is a Five9 product.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Foundations and the domain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A domain is the tenant. Campaigns come after skills, users, lists, dispositions, and a profile.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VCC administration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The administrator console is where the domain becomes a floor people can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Inbound campaigns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Inbound is a running campaign plus a script. Busy means the campaign is not in the call.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Outbound lists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Outbound dials a loaded list under a mode. Resets and ANI changes are explicit.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Dialer modes and pacing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Five modes. The simulator is a classroom. The campaign dialog is the system of record.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Blended operations and autodial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Blended is a staffing plan. Autodial is the scripted outbound. Predictive people should stay dedicated.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IVR scripts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Scripts are named modules. The builder speaks that vocabulary and does not pretend to export a VCC 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Skills routing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A skill is people plus a place on the campaign. Default is what you get when you forget.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Agent Desktop Plus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Plus is the agent's instrument. Voice, pop, text, and the schedule fail in different ways.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Workforce engagement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WEM tells you who should be there. The dialer should believe the schedule. Recordings do not last by hope.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IVA and GenAI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A bot is a task in the right region, with a way back to a named skill, and a prompt that was tested.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CRM integrations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Name the adapter. Date the version. A blank screen with live voice is a different channel.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SIP and carriers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Name the path. G.711 is the default you can cite. Studio ports are not every trunk.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APIs and reporting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Name the API family. Name the report layout. Name which clock you mean.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From UCCX and UCCE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There is no import button. Rebuild the domain, then move a number.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Safety and compliance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Quote the document. Quote the clock. Do not invent a percent or a coverage map.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Ecosystem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Every box needs a link. Every word needs a page or a local label.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Certifications and practice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No invented exam codes. The sales badge is a sales badge. Date every number.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300000"/>
            <a:ext cx="8000000" cy="800000"/>
          </a:xfrm>
        </p:spPr>
        <p:txBody>
          <a:bodyPr/>
          <a:lstStyle/>
          <a:p>
            <a:r>
              <a:t>Disclaimer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400000"/>
            <a:ext cx="8000000" cy="4000000"/>
          </a:xfrm>
        </p:spPr>
        <p:txBody>
          <a:bodyPr/>
          <a:lstStyle/>
          <a:p>
            <a:r>
              <a:t>Independent, free, learning-only student project. Contact https://cyphermonkeylabs.com/#contact.</a:t>
            </a:r>
          </a:p>
        </p:txBody>
      </p:sp>
    </p:spTree>
  </p:cSld>
  <p:clrMapOvr>
    <a:masterClrMapping/>
  </p:clrMapOvr>
</p:sld>
</file>